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0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02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D9E75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D9E75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Printing Business,</a:t>
            </a:r>
            <a:endParaRPr lang="en-US" sz="4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Smarter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Find Clients, Create Content, and Keep You in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Familiar?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77240" y="14859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5864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rely on word-of-mouth and WhatsApp to find new clients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777240" y="24003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5008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2402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social media is inconsistent — you post when you remember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777240" y="33147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4152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1546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track jobs in notebooks or WhatsApp groups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777240" y="42291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3296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0690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too busy printing to chase new business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Your Business Had a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That Never Sleeps?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custom AI agents that handle your marketing, find you new clients, manage your projects, and report back to you every morning</a:t>
            </a:r>
            <a:r>
              <a:rPr lang="en-DE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on autopilot.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4068" y="2468880"/>
            <a:ext cx="1828800" cy="2194560"/>
          </a:xfrm>
          <a:prstGeom prst="rect">
            <a:avLst/>
          </a:prstGeom>
          <a:solidFill>
            <a:srgbClr val="1D9E7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38428" y="2834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971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" y="3703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19756" y="2468880"/>
            <a:ext cx="1828800" cy="2194560"/>
          </a:xfrm>
          <a:prstGeom prst="rect">
            <a:avLst/>
          </a:prstGeom>
          <a:solidFill>
            <a:srgbClr val="0F6E5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214116" y="2834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76" y="2971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19756" y="3703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695444" y="2468880"/>
            <a:ext cx="1828800" cy="2194560"/>
          </a:xfrm>
          <a:prstGeom prst="rect">
            <a:avLst/>
          </a:prstGeom>
          <a:solidFill>
            <a:srgbClr val="1D9E7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5289804" y="2834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964" y="29718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95444" y="3703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771132" y="2468880"/>
            <a:ext cx="1828800" cy="2194560"/>
          </a:xfrm>
          <a:prstGeom prst="rect">
            <a:avLst/>
          </a:prstGeom>
          <a:solidFill>
            <a:srgbClr val="0F6E5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7365492" y="2834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652" y="2971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71132" y="3703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4764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Marketing Agent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branded content while you focus on production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4" y="1612636"/>
            <a:ext cx="194584" cy="1945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50876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blog posts about printing tips, trends, and your services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13055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84" y="2206996"/>
            <a:ext cx="194584" cy="1945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10312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Instagram graphics (branded quote cards, tip lists, announcements)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72491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84" y="2801356"/>
            <a:ext cx="194584" cy="1945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6974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 content calendar </a:t>
            </a:r>
            <a:r>
              <a:rPr lang="en-DE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posts scheduled across the week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31927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84" y="3395716"/>
            <a:ext cx="194584" cy="1945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29184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uses your brand colours, voice, and messaging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391363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84" y="3990076"/>
            <a:ext cx="194584" cy="1945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1560" y="388620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saved as drafts </a:t>
            </a:r>
            <a:r>
              <a:rPr lang="en-DE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review before anything goes live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035040" y="1280160"/>
            <a:ext cx="274320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5"/>
          <p:cNvSpPr/>
          <p:nvPr/>
        </p:nvSpPr>
        <p:spPr>
          <a:xfrm>
            <a:off x="60350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1427" y="301752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3504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 •  Blog Posts  •  Graphics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4764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Sales Agent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qualified leads and drafts personalised outreach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4" y="1612636"/>
            <a:ext cx="194584" cy="1945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50876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web for businesses that need printing (hotels, schools, event planners, churches, corporates)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13055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84" y="2206996"/>
            <a:ext cx="194584" cy="1945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10312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prospects to your CRM with company details and notes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272491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84" y="2801356"/>
            <a:ext cx="194584" cy="1945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6974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personalised cold emails </a:t>
            </a:r>
            <a:r>
              <a:rPr lang="en-DE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are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ready for you to review and send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31927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84" y="3395716"/>
            <a:ext cx="194584" cy="1945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29184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pipeline: identified → contacted → replied → booked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48640" y="391363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84" y="3990076"/>
            <a:ext cx="194584" cy="1945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1560" y="388620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replies and drafts follow-ups automatically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035040" y="1280160"/>
            <a:ext cx="274320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5"/>
          <p:cNvSpPr/>
          <p:nvPr/>
        </p:nvSpPr>
        <p:spPr>
          <a:xfrm>
            <a:off x="60350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6875" y="301752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3504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Cards  •  Email Drafts  •  Pipeline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4764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Manager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client jobs into clear, trackable tasks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4" y="1612636"/>
            <a:ext cx="194584" cy="1945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50876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win a new job, the agent creates a project plan automatically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13055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84" y="2206996"/>
            <a:ext cx="194584" cy="1945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10312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job into steps (design, proofing, print run, delivery)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72491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84" y="2801356"/>
            <a:ext cx="194584" cy="1945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6974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professional kickoff email to the client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31927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84" y="3395716"/>
            <a:ext cx="194584" cy="1945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29184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progress</a:t>
            </a:r>
            <a:r>
              <a:rPr lang="en-DE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DE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 what's done and what's next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3913632"/>
            <a:ext cx="347472" cy="3474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84" y="3990076"/>
            <a:ext cx="194584" cy="1945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1560" y="388620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forgetting steps or losing track of jobs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035040" y="1280160"/>
            <a:ext cx="274320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5"/>
          <p:cNvSpPr/>
          <p:nvPr/>
        </p:nvSpPr>
        <p:spPr>
          <a:xfrm>
            <a:off x="60350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6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3959" y="301752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3504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Checklist  •  Timeline  •  Kickoff Emails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4764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Daily Briefing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know, in one email every morning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4" y="1612636"/>
            <a:ext cx="194584" cy="1945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50876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you a digest email: what happened, what needs your attention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13055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84" y="2206996"/>
            <a:ext cx="194584" cy="1945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10312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your lead pipeline, active projects, and content created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72491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84" y="2801356"/>
            <a:ext cx="194584" cy="1945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6974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you when something is urgent (a lead replied, a deadline is close)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319272"/>
            <a:ext cx="347472" cy="347472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84" y="3395716"/>
            <a:ext cx="194584" cy="1945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29184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your day knowing exactly what to focus on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035040" y="1280160"/>
            <a:ext cx="274320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3"/>
          <p:cNvSpPr/>
          <p:nvPr/>
        </p:nvSpPr>
        <p:spPr>
          <a:xfrm>
            <a:off x="60350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</a:t>
            </a:r>
            <a:endParaRPr lang="en-US" sz="16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6873" y="301752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03504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•  Projects  •  Alerts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6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D9E75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demo dashboard for a fictional printing company </a:t>
            </a:r>
            <a:r>
              <a:rPr lang="en-DE" sz="1300" i="1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i="1" dirty="0" err="1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PrintHub</a:t>
            </a:r>
            <a:r>
              <a:rPr lang="en-US" sz="1300" i="1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Lagos</a:t>
            </a:r>
            <a:r>
              <a:rPr lang="en-DE" sz="1300" i="1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solidFill>
            <a:srgbClr val="1D9E75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5636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14173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at a glance</a:t>
            </a:r>
            <a:r>
              <a:rPr lang="en-DE" sz="12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</a:t>
            </a:r>
            <a:r>
              <a:rPr lang="en-US" sz="1200" dirty="0" err="1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eads</a:t>
            </a:r>
            <a:r>
              <a:rPr lang="en-US" sz="12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content, projects, alerts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8046720" cy="548640"/>
          </a:xfrm>
          <a:prstGeom prst="rect">
            <a:avLst/>
          </a:prstGeom>
          <a:solidFill>
            <a:srgbClr val="1D9E75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2057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with lead cards and draft emails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solidFill>
            <a:srgbClr val="1D9E75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28437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743200" y="26974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and created posts with graphics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solidFill>
            <a:srgbClr val="1D9E75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4838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337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2743200" y="33375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tracking with task checklists and kickoff emails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solidFill>
            <a:srgbClr val="1D9E75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2743200" y="3977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 with what needs your attention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0" y="4617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live demo: evawerodigital.com/demo/printhub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Your Business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customise for you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93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74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identity (colours, logo, voice, messaging)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0487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500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 markets and cities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88036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254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services and specialties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35584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3009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ideal client profile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831336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7764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run schedule (daily, 3x/week, weekly)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4754880" y="118872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9"/>
          <p:cNvSpPr/>
          <p:nvPr/>
        </p:nvSpPr>
        <p:spPr>
          <a:xfrm>
            <a:off x="493776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16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929384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40680" y="1874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all content before publishing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404872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40680" y="23500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send all emails before they go out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880360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40680" y="28254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lead status as conversations progress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355848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440680" y="33009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project priorities and deadlines</a:t>
            </a: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Stay in Control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Handle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new leads every week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4144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95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blog posts and social content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1693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712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outreach emails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92424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projects into tasks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67912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822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you a daily briefing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9"/>
          <p:cNvSpPr/>
          <p:nvPr/>
        </p:nvSpPr>
        <p:spPr>
          <a:xfrm>
            <a:off x="4754880" y="1325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Handle</a:t>
            </a:r>
            <a:endParaRPr lang="en-US" sz="1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6596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4068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and approving content</a:t>
            </a:r>
            <a:endParaRPr lang="en-US" sz="13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41448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40680" y="2395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emails (agents only draft)</a:t>
            </a:r>
            <a:endParaRPr lang="en-US" sz="13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16936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40680" y="28712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clients</a:t>
            </a:r>
            <a:endParaRPr lang="en-US" sz="13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92424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44068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print jobs</a:t>
            </a:r>
            <a:endParaRPr lang="en-US" sz="13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67912"/>
            <a:ext cx="256032" cy="25603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440680" y="3822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business decisions</a:t>
            </a:r>
            <a:endParaRPr lang="en-US" sz="1300" dirty="0"/>
          </a:p>
        </p:txBody>
      </p:sp>
      <p:sp>
        <p:nvSpPr>
          <p:cNvPr id="27" name="Text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 Digital Solutions  |  evawerodigital.com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Is Simple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211580" y="164592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115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Consultation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about your business, brand, and goals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56032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0604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268980" y="164592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2689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697480" y="23774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Your Agent Team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97480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Customised to your industry and market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56032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6344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5326380" y="164592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53263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54880" y="23774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754880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the output and we fine-tune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560320"/>
            <a:ext cx="182880" cy="1828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72084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7383780" y="164592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73837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812280" y="23774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812280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on schedule, you review and approve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6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D9E75">
              <a:alpha val="2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1D9E75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069080" y="54864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06908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Run Smarter?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handle the busywork while you focus on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best — printing.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383280"/>
            <a:ext cx="4572000" cy="1188720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0" y="34290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info@evawerodigital.com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evawerodigital.com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416052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286000" y="4160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— evawerodigital.com/contact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793</Words>
  <Application>Microsoft Office PowerPoint</Application>
  <PresentationFormat>On-screen Show (16:9)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System for Printing Companies</dc:title>
  <dc:subject>PptxGenJS Presentation</dc:subject>
  <dc:creator>Evawero Digital Solutions</dc:creator>
  <cp:lastModifiedBy>Evawero Ukpevo</cp:lastModifiedBy>
  <cp:revision>3</cp:revision>
  <dcterms:created xsi:type="dcterms:W3CDTF">2026-04-03T09:24:24Z</dcterms:created>
  <dcterms:modified xsi:type="dcterms:W3CDTF">2026-04-03T09:48:45Z</dcterms:modified>
</cp:coreProperties>
</file>